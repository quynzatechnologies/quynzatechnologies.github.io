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56" r:id="rId3"/>
    <p:sldId id="257" r:id="rId4"/>
    <p:sldId id="259" r:id="rId5"/>
    <p:sldId id="258" r:id="rId6"/>
    <p:sldId id="261" r:id="rId7"/>
    <p:sldId id="260" r:id="rId8"/>
    <p:sldId id="263" r:id="rId9"/>
    <p:sldId id="262" r:id="rId10"/>
    <p:sldId id="278" r:id="rId11"/>
    <p:sldId id="265" r:id="rId12"/>
    <p:sldId id="268" r:id="rId13"/>
    <p:sldId id="266" r:id="rId14"/>
    <p:sldId id="267" r:id="rId15"/>
    <p:sldId id="269" r:id="rId16"/>
    <p:sldId id="273" r:id="rId17"/>
    <p:sldId id="272" r:id="rId18"/>
    <p:sldId id="274" r:id="rId19"/>
    <p:sldId id="275" r:id="rId20"/>
    <p:sldId id="276" r:id="rId21"/>
    <p:sldId id="277" r:id="rId22"/>
  </p:sldIdLst>
  <p:sldSz cx="1468755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46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D730"/>
    <a:srgbClr val="5DC8DA"/>
    <a:srgbClr val="EF3F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114" y="390"/>
      </p:cViewPr>
      <p:guideLst>
        <p:guide orient="horz" pos="2137"/>
        <p:guide pos="46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5944" y="1122363"/>
            <a:ext cx="1101566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5944" y="3602038"/>
            <a:ext cx="110156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A1A1-CAC4-4298-BCA2-18407B61E8CD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E6DC-073B-4DB6-815D-FA5FDBD31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332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A1A1-CAC4-4298-BCA2-18407B61E8CD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E6DC-073B-4DB6-815D-FA5FDBD31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036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119" y="1709739"/>
            <a:ext cx="12668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2119" y="4589464"/>
            <a:ext cx="1266801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A1A1-CAC4-4298-BCA2-18407B61E8CD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E6DC-073B-4DB6-815D-FA5FDBD31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9019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769" y="1825625"/>
            <a:ext cx="6242209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5572" y="1825625"/>
            <a:ext cx="6242209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A1A1-CAC4-4298-BCA2-18407B61E8CD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E6DC-073B-4DB6-815D-FA5FDBD31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655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682" y="365126"/>
            <a:ext cx="1266801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682" y="1681163"/>
            <a:ext cx="62135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1682" y="2505075"/>
            <a:ext cx="6213522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5572" y="1681163"/>
            <a:ext cx="62441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5572" y="2505075"/>
            <a:ext cx="6244122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A1A1-CAC4-4298-BCA2-18407B61E8CD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E6DC-073B-4DB6-815D-FA5FDBD31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339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A1A1-CAC4-4298-BCA2-18407B61E8CD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E6DC-073B-4DB6-815D-FA5FDBD31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707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A1A1-CAC4-4298-BCA2-18407B61E8CD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E6DC-073B-4DB6-815D-FA5FDBD31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7521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683" y="457200"/>
            <a:ext cx="473711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122" y="987426"/>
            <a:ext cx="743557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1683" y="2057400"/>
            <a:ext cx="473711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A1A1-CAC4-4298-BCA2-18407B61E8CD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E6DC-073B-4DB6-815D-FA5FDBD31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1352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683" y="457200"/>
            <a:ext cx="473711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44122" y="987426"/>
            <a:ext cx="7435572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1683" y="2057400"/>
            <a:ext cx="473711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A1A1-CAC4-4298-BCA2-18407B61E8CD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E6DC-073B-4DB6-815D-FA5FDBD31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083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A1A1-CAC4-4298-BCA2-18407B61E8CD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E6DC-073B-4DB6-815D-FA5FDBD31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608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10778" y="365125"/>
            <a:ext cx="3167003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769" y="365125"/>
            <a:ext cx="9317415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A1A1-CAC4-4298-BCA2-18407B61E8CD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E6DC-073B-4DB6-815D-FA5FDBD31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697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769" y="365126"/>
            <a:ext cx="12668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769" y="1825625"/>
            <a:ext cx="1266801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9769" y="6356351"/>
            <a:ext cx="33046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2A1A1-CAC4-4298-BCA2-18407B61E8CD}" type="datetimeFigureOut">
              <a:rPr lang="es-CO" smtClean="0"/>
              <a:t>23/01/2026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65251" y="6356351"/>
            <a:ext cx="4957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3082" y="6356351"/>
            <a:ext cx="33046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6E6DC-073B-4DB6-815D-FA5FDBD3158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6989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3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979" y="735292"/>
            <a:ext cx="7979292" cy="2495746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370816" y="4168065"/>
            <a:ext cx="7881617" cy="175432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0"/>
                <a:solidFill>
                  <a:schemeClr val="tx1"/>
                </a:solidFill>
                <a:latin typeface="Montserrat" pitchFamily="2" charset="0"/>
              </a:rPr>
              <a:t>Curso de Inteligencia Artificial (IA)</a:t>
            </a:r>
            <a:endParaRPr lang="es-ES" sz="5400" b="1" cap="none" spc="0" dirty="0">
              <a:ln w="0"/>
              <a:solidFill>
                <a:schemeClr val="tx1"/>
              </a:solidFill>
              <a:latin typeface="Montserrat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16" y="770681"/>
            <a:ext cx="5316637" cy="531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6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187" y="770681"/>
            <a:ext cx="5316637" cy="531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4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575" y="778334"/>
            <a:ext cx="6062024" cy="545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7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575" y="885544"/>
            <a:ext cx="6062024" cy="523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79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979" y="735292"/>
            <a:ext cx="7979292" cy="2495746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370816" y="4168065"/>
            <a:ext cx="7881617" cy="156966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0"/>
                <a:solidFill>
                  <a:schemeClr val="tx1"/>
                </a:solidFill>
                <a:latin typeface="Montserrat" pitchFamily="2" charset="0"/>
              </a:rPr>
              <a:t>Curso de Programación </a:t>
            </a:r>
            <a:r>
              <a:rPr lang="es-ES" sz="4800" b="1" cap="none" spc="0" dirty="0" err="1" smtClean="0">
                <a:ln w="0"/>
                <a:solidFill>
                  <a:schemeClr val="tx1"/>
                </a:solidFill>
                <a:latin typeface="Montserrat" pitchFamily="2" charset="0"/>
              </a:rPr>
              <a:t>Micropython</a:t>
            </a:r>
            <a:endParaRPr lang="es-ES" sz="4800" b="1" cap="none" spc="0" dirty="0">
              <a:ln w="0"/>
              <a:solidFill>
                <a:schemeClr val="tx1"/>
              </a:solidFill>
              <a:latin typeface="Montserrat" pitchFamily="2" charset="0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-377390" y="537326"/>
            <a:ext cx="6571023" cy="6120576"/>
            <a:chOff x="6730420" y="659875"/>
            <a:chExt cx="6571023" cy="6120576"/>
          </a:xfrm>
        </p:grpSpPr>
        <p:sp>
          <p:nvSpPr>
            <p:cNvPr id="9" name="Elipse 8"/>
            <p:cNvSpPr/>
            <p:nvPr/>
          </p:nvSpPr>
          <p:spPr>
            <a:xfrm>
              <a:off x="7541443" y="659875"/>
              <a:ext cx="5760000" cy="576000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0477" y="963890"/>
              <a:ext cx="2800080" cy="2851608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0420" y="2608501"/>
              <a:ext cx="5429250" cy="4171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511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7446857" y="603314"/>
            <a:ext cx="6571023" cy="6120576"/>
            <a:chOff x="6730420" y="659875"/>
            <a:chExt cx="6571023" cy="6120576"/>
          </a:xfrm>
        </p:grpSpPr>
        <p:sp>
          <p:nvSpPr>
            <p:cNvPr id="8" name="Elipse 7"/>
            <p:cNvSpPr/>
            <p:nvPr/>
          </p:nvSpPr>
          <p:spPr>
            <a:xfrm>
              <a:off x="7541443" y="659875"/>
              <a:ext cx="5760000" cy="576000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2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0477" y="963890"/>
              <a:ext cx="2800080" cy="2851608"/>
            </a:xfrm>
            <a:prstGeom prst="rect">
              <a:avLst/>
            </a:prstGeom>
          </p:spPr>
        </p:pic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0420" y="2608501"/>
              <a:ext cx="5429250" cy="4171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42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979" y="735292"/>
            <a:ext cx="7979292" cy="2495746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370816" y="4168065"/>
            <a:ext cx="7881617" cy="175432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0"/>
                <a:solidFill>
                  <a:schemeClr val="tx1"/>
                </a:solidFill>
                <a:latin typeface="Montserrat" pitchFamily="2" charset="0"/>
              </a:rPr>
              <a:t>Curso de Internet of </a:t>
            </a:r>
            <a:r>
              <a:rPr lang="es-ES" sz="5400" b="1" cap="none" spc="0" dirty="0" err="1" smtClean="0">
                <a:ln w="0"/>
                <a:solidFill>
                  <a:schemeClr val="tx1"/>
                </a:solidFill>
                <a:latin typeface="Montserrat" pitchFamily="2" charset="0"/>
              </a:rPr>
              <a:t>Things</a:t>
            </a:r>
            <a:r>
              <a:rPr lang="es-ES" sz="5400" b="1" cap="none" spc="0" dirty="0" smtClean="0">
                <a:ln w="0"/>
                <a:solidFill>
                  <a:schemeClr val="tx1"/>
                </a:solidFill>
                <a:latin typeface="Montserrat" pitchFamily="2" charset="0"/>
              </a:rPr>
              <a:t> (</a:t>
            </a:r>
            <a:r>
              <a:rPr lang="es-ES" sz="5400" b="1" cap="none" spc="0" dirty="0" err="1" smtClean="0">
                <a:ln w="0"/>
                <a:solidFill>
                  <a:schemeClr val="tx1"/>
                </a:solidFill>
                <a:latin typeface="Montserrat" pitchFamily="2" charset="0"/>
              </a:rPr>
              <a:t>IoT</a:t>
            </a:r>
            <a:r>
              <a:rPr lang="es-ES" sz="5400" b="1" cap="none" spc="0" dirty="0" smtClean="0">
                <a:ln w="0"/>
                <a:solidFill>
                  <a:schemeClr val="tx1"/>
                </a:solidFill>
                <a:latin typeface="Montserrat" pitchFamily="2" charset="0"/>
              </a:rPr>
              <a:t>)</a:t>
            </a:r>
            <a:endParaRPr lang="es-ES" sz="5400" b="1" cap="none" spc="0" dirty="0">
              <a:ln w="0"/>
              <a:solidFill>
                <a:schemeClr val="tx1"/>
              </a:solidFill>
              <a:latin typeface="Montserrat" pitchFamily="2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0" y="735292"/>
            <a:ext cx="5187100" cy="518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4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027" y="735292"/>
            <a:ext cx="5187100" cy="518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5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0"/>
            <a:ext cx="14687550" cy="684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61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11" y="682514"/>
            <a:ext cx="7047587" cy="549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2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979" y="735292"/>
            <a:ext cx="7979292" cy="2495746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370816" y="4168065"/>
            <a:ext cx="7881617" cy="9233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0"/>
                <a:solidFill>
                  <a:schemeClr val="tx1"/>
                </a:solidFill>
                <a:latin typeface="Montserrat" pitchFamily="2" charset="0"/>
              </a:rPr>
              <a:t>Consultoría en IA</a:t>
            </a:r>
            <a:endParaRPr lang="es-ES" sz="5400" b="1" cap="none" spc="0" dirty="0">
              <a:ln w="0"/>
              <a:solidFill>
                <a:schemeClr val="tx1"/>
              </a:solidFill>
              <a:latin typeface="Montserrat" pitchFamily="2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9" y="735292"/>
            <a:ext cx="5173576" cy="517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07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937" y="735292"/>
            <a:ext cx="5173576" cy="517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1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979" y="735292"/>
            <a:ext cx="7979292" cy="2495746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370816" y="4168065"/>
            <a:ext cx="7881617" cy="8463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900" b="1" cap="none" spc="0" dirty="0" smtClean="0">
                <a:ln w="0"/>
                <a:solidFill>
                  <a:schemeClr val="tx1"/>
                </a:solidFill>
                <a:latin typeface="Montserrat" pitchFamily="2" charset="0"/>
              </a:rPr>
              <a:t>Consultoría en robótica</a:t>
            </a:r>
            <a:endParaRPr lang="es-ES" sz="4900" b="1" cap="none" spc="0" dirty="0">
              <a:ln w="0"/>
              <a:solidFill>
                <a:schemeClr val="tx1"/>
              </a:solidFill>
              <a:latin typeface="Montserrat" pitchFamily="2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86" y="502904"/>
            <a:ext cx="5779168" cy="577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25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54" y="502904"/>
            <a:ext cx="5779168" cy="577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32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979" y="735292"/>
            <a:ext cx="7979292" cy="2495746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370816" y="4168065"/>
            <a:ext cx="7881617" cy="160043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900" b="1" cap="none" spc="0" dirty="0" smtClean="0">
                <a:ln w="0"/>
                <a:solidFill>
                  <a:schemeClr val="tx1"/>
                </a:solidFill>
                <a:latin typeface="Montserrat" pitchFamily="2" charset="0"/>
              </a:rPr>
              <a:t>Desarrollo a medida en</a:t>
            </a:r>
          </a:p>
          <a:p>
            <a:pPr algn="ctr"/>
            <a:r>
              <a:rPr lang="es-ES" sz="4900" b="1" dirty="0" smtClean="0">
                <a:ln w="0"/>
                <a:latin typeface="Montserrat" pitchFamily="2" charset="0"/>
              </a:rPr>
              <a:t>Sistemas embebidos</a:t>
            </a:r>
            <a:endParaRPr lang="es-ES" sz="4900" b="1" cap="none" spc="0" dirty="0">
              <a:ln w="0"/>
              <a:solidFill>
                <a:schemeClr val="tx1"/>
              </a:solidFill>
              <a:latin typeface="Montserrat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6" y="502904"/>
            <a:ext cx="6197868" cy="619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8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027" y="1042034"/>
            <a:ext cx="5187100" cy="518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9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979" y="735292"/>
            <a:ext cx="7979292" cy="2495746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370816" y="4168065"/>
            <a:ext cx="7881617" cy="160043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900" b="1" cap="none" spc="0" dirty="0" smtClean="0">
                <a:ln w="0"/>
                <a:solidFill>
                  <a:schemeClr val="tx1"/>
                </a:solidFill>
                <a:latin typeface="Montserrat" pitchFamily="2" charset="0"/>
              </a:rPr>
              <a:t>Desarrollo a medida en</a:t>
            </a:r>
          </a:p>
          <a:p>
            <a:pPr algn="ctr"/>
            <a:r>
              <a:rPr lang="es-ES" sz="4900" b="1" dirty="0" smtClean="0">
                <a:ln w="0"/>
                <a:latin typeface="Montserrat" pitchFamily="2" charset="0"/>
              </a:rPr>
              <a:t>Impresión 3D</a:t>
            </a:r>
            <a:endParaRPr lang="es-ES" sz="4900" b="1" cap="none" spc="0" dirty="0">
              <a:ln w="0"/>
              <a:solidFill>
                <a:schemeClr val="tx1"/>
              </a:solidFill>
              <a:latin typeface="Montserrat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47" y="583394"/>
            <a:ext cx="5860507" cy="586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5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027" y="914255"/>
            <a:ext cx="5008137" cy="500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8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979" y="735292"/>
            <a:ext cx="7979292" cy="2495746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370816" y="4168065"/>
            <a:ext cx="7881617" cy="160043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900" b="1" cap="none" spc="0" dirty="0" smtClean="0">
                <a:ln w="0"/>
                <a:solidFill>
                  <a:schemeClr val="tx1"/>
                </a:solidFill>
                <a:latin typeface="Montserrat" pitchFamily="2" charset="0"/>
              </a:rPr>
              <a:t>Desarrollo a medida en</a:t>
            </a:r>
          </a:p>
          <a:p>
            <a:pPr algn="ctr"/>
            <a:r>
              <a:rPr lang="es-ES" sz="4900" b="1" dirty="0" smtClean="0">
                <a:ln w="0"/>
                <a:latin typeface="Montserrat" pitchFamily="2" charset="0"/>
              </a:rPr>
              <a:t>Escáner 3D</a:t>
            </a:r>
            <a:endParaRPr lang="es-ES" sz="4900" b="1" cap="none" spc="0" dirty="0">
              <a:ln w="0"/>
              <a:solidFill>
                <a:schemeClr val="tx1"/>
              </a:solidFill>
              <a:latin typeface="Montserrat" pitchFamily="2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29" y="898921"/>
            <a:ext cx="5801125" cy="580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8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3F45"/>
            </a:gs>
            <a:gs pos="53000">
              <a:srgbClr val="5DC8DA">
                <a:lumMod val="61000"/>
              </a:srgbClr>
            </a:gs>
            <a:gs pos="100000">
              <a:srgbClr val="BFD73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638" y="1058779"/>
            <a:ext cx="5111878" cy="511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6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409</TotalTime>
  <Words>43</Words>
  <Application>Microsoft Office PowerPoint</Application>
  <PresentationFormat>Personalizado</PresentationFormat>
  <Paragraphs>11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Montserrat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pc</dc:creator>
  <cp:lastModifiedBy>usuario pc</cp:lastModifiedBy>
  <cp:revision>25</cp:revision>
  <dcterms:created xsi:type="dcterms:W3CDTF">2024-11-27T15:42:36Z</dcterms:created>
  <dcterms:modified xsi:type="dcterms:W3CDTF">2026-01-24T00:40:18Z</dcterms:modified>
</cp:coreProperties>
</file>